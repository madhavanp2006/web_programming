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496796-36b3-628f-a61f-1a71b3f95db8}">
          <p14:sldIdLst>
            <p14:sldId id="256"/>
            <p14:sldId id="257"/>
            <p14:sldId id="258"/>
          </p14:sldIdLst>
        </p14:section>
        <p14:section name="Design" id="{ff43c770-ce16-3fbd-2e8c-4046409342a3}">
          <p14:sldIdLst>
            <p14:sldId id="259"/>
            <p14:sldId id="260"/>
            <p14:sldId id="261"/>
            <p14:sldId id="262"/>
          </p14:sldIdLst>
        </p14:section>
        <p14:section name="Demo" id="{538973ce-3fc2-2723-59a0-9eb875c2dbf2}">
          <p14:sldIdLst>
            <p14:sldId id="263"/>
            <p14:sldId id="264"/>
            <p14:sldId id="265"/>
            <p14:sldId id="266"/>
          </p14:sldIdLst>
        </p14:section>
        <p14:section name="Wrap-up" id="{087aead4-8ed3-d442-ea8f-3d4c8dd9dbb2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FoodHub is a front-end web app for ordering food online.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online ordering matters and what problem FoodHub solves.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as the goals you set at the start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explain what each technology does in your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match the screens in your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user journey step by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viva questions: what is a component, props vs state, why hooks.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home page and explain search, categories and outlet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outlet header, veg toggle and ADD button.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saved outlets are stored and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quantity control, the bill breakdown and placing the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what you would add with more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what you built and learned.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7C2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Title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651760"/>
            <a:ext cx="76809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Body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Title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2D1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2D1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FoodHub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65176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Online Food Ordering System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Web Programming Project  |  HTML, CSS, JavaScript, React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Maddy (241001131)  |  B.Tech IT, Rajalakshmi Engineering College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Introduction &amp; Problem Statement</a:t>
            </a:r>
            <a:endParaRPr lang="en-US" sz="2800" dirty="0"/>
          </a:p>
        </p:txBody>
      </p:sp>
      <p:sp>
        <p:nvSpPr>
          <p:cNvPr id="4" name="Intro bullets"/>
          <p:cNvSpPr txBox="1"/>
          <p:nvPr/>
        </p:nvSpPr>
        <p:spPr>
          <a:xfrm>
            <a:off x="640080" y="12801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FoodHub is a web app to order from 25+ restaurants and snack shops with 250+ dishes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Traditional ordering means phone calls, queues and manual order errors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Customers need a fast, visual way to search, choose and order food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FoodHub gives one responsive interface for the whole journey, from browsing to placing the order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2D1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Objectives</a:t>
            </a:r>
            <a:endParaRPr lang="en-US" sz="2800" dirty="0"/>
          </a:p>
        </p:txBody>
      </p:sp>
      <p:sp>
        <p:nvSpPr>
          <p:cNvPr id="4" name="Objectives"/>
          <p:cNvSpPr txBox="1"/>
          <p:nvPr/>
        </p:nvSpPr>
        <p:spPr>
          <a:xfrm>
            <a:off x="640080" y="12801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Build an easy-to-use online food ordering interface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Let users search and filter outlets and dishes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Support cart management with quantity control and an automatic bill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Offer delivery address and payment options at checkout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Apply course technologies: HTML, CSS, JavaScript and React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2D1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Technologies Used</a:t>
            </a:r>
            <a:endParaRPr lang="en-US" sz="2800" dirty="0"/>
          </a:p>
        </p:txBody>
      </p:sp>
      <p:sp>
        <p:nvSpPr>
          <p:cNvPr id="4" name="Card HTML"/>
          <p:cNvSpPr/>
          <p:nvPr/>
        </p:nvSpPr>
        <p:spPr>
          <a:xfrm>
            <a:off x="548640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5800" y="1508760"/>
            <a:ext cx="45720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HTML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29968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Structure of pages: navbar, outlet cards, menu lists, forms</a:t>
            </a:r>
            <a:endParaRPr lang="en-US" sz="1300" dirty="0"/>
          </a:p>
        </p:txBody>
      </p:sp>
      <p:sp>
        <p:nvSpPr>
          <p:cNvPr id="8" name="Card CSS"/>
          <p:cNvSpPr/>
          <p:nvPr/>
        </p:nvSpPr>
        <p:spPr>
          <a:xfrm>
            <a:off x="2633472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70632" y="1508760"/>
            <a:ext cx="457200" cy="6400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70632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CSS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770632" y="2029968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Styling, layout, theme colors, responsive design</a:t>
            </a:r>
            <a:endParaRPr lang="en-US" sz="1300" dirty="0"/>
          </a:p>
        </p:txBody>
      </p:sp>
      <p:sp>
        <p:nvSpPr>
          <p:cNvPr id="12" name="Card JavaScript"/>
          <p:cNvSpPr/>
          <p:nvPr/>
        </p:nvSpPr>
        <p:spPr>
          <a:xfrm>
            <a:off x="4718304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55464" y="1508760"/>
            <a:ext cx="457200" cy="6400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55464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JavaScript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55464" y="2029968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Logic: search, filters, cart totals, event handling</a:t>
            </a:r>
            <a:endParaRPr lang="en-US" sz="1300" dirty="0"/>
          </a:p>
        </p:txBody>
      </p:sp>
      <p:sp>
        <p:nvSpPr>
          <p:cNvPr id="16" name="Card React"/>
          <p:cNvSpPr/>
          <p:nvPr/>
        </p:nvSpPr>
        <p:spPr>
          <a:xfrm>
            <a:off x="6803136" y="137160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40296" y="1508760"/>
            <a:ext cx="457200" cy="6400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40296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React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940296" y="2029968"/>
            <a:ext cx="164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Reusable components, state and props, dynamic UI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2D1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Features</a:t>
            </a:r>
            <a:endParaRPr lang="en-US" sz="2800" dirty="0"/>
          </a:p>
        </p:txBody>
      </p:sp>
      <p:sp>
        <p:nvSpPr>
          <p:cNvPr id="4" name="Card Search &amp; Filter"/>
          <p:cNvSpPr/>
          <p:nvPr/>
        </p:nvSpPr>
        <p:spPr>
          <a:xfrm>
            <a:off x="548640" y="1280160"/>
            <a:ext cx="251460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5800" y="1417320"/>
            <a:ext cx="45720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554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Search &amp; Filter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3852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Search dishes and filter outlets by category</a:t>
            </a:r>
            <a:endParaRPr lang="en-US" sz="1300" dirty="0"/>
          </a:p>
        </p:txBody>
      </p:sp>
      <p:sp>
        <p:nvSpPr>
          <p:cNvPr id="8" name="Card Outlets &amp; Menus"/>
          <p:cNvSpPr/>
          <p:nvPr/>
        </p:nvSpPr>
        <p:spPr>
          <a:xfrm>
            <a:off x="3246120" y="1280160"/>
            <a:ext cx="251460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83280" y="1417320"/>
            <a:ext cx="457200" cy="6400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1554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Outlets &amp; Menus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193852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25 outlets with ratings, offers and menus</a:t>
            </a:r>
            <a:endParaRPr lang="en-US" sz="1300" dirty="0"/>
          </a:p>
        </p:txBody>
      </p:sp>
      <p:sp>
        <p:nvSpPr>
          <p:cNvPr id="12" name="Card Veg / Non-Veg"/>
          <p:cNvSpPr/>
          <p:nvPr/>
        </p:nvSpPr>
        <p:spPr>
          <a:xfrm>
            <a:off x="5943600" y="1280160"/>
            <a:ext cx="251460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80760" y="1417320"/>
            <a:ext cx="457200" cy="6400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80760" y="1554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Veg / Non-Veg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080760" y="193852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Toggle to show pure veg dishes only</a:t>
            </a:r>
            <a:endParaRPr lang="en-US" sz="1300" dirty="0"/>
          </a:p>
        </p:txBody>
      </p:sp>
      <p:sp>
        <p:nvSpPr>
          <p:cNvPr id="16" name="Card Favorites"/>
          <p:cNvSpPr/>
          <p:nvPr/>
        </p:nvSpPr>
        <p:spPr>
          <a:xfrm>
            <a:off x="548640" y="3017520"/>
            <a:ext cx="251460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3154680"/>
            <a:ext cx="45720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Favorites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67588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Save outlets with the heart icon</a:t>
            </a:r>
            <a:endParaRPr lang="en-US" sz="1300" dirty="0"/>
          </a:p>
        </p:txBody>
      </p:sp>
      <p:sp>
        <p:nvSpPr>
          <p:cNvPr id="20" name="Card Cart &amp; Bill"/>
          <p:cNvSpPr/>
          <p:nvPr/>
        </p:nvSpPr>
        <p:spPr>
          <a:xfrm>
            <a:off x="3246120" y="3017520"/>
            <a:ext cx="251460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83280" y="3154680"/>
            <a:ext cx="457200" cy="6400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83280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Cart &amp; Bill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3383280" y="367588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Quantity control, delivery fee, 5% tax, total</a:t>
            </a:r>
            <a:endParaRPr lang="en-US" sz="1300" dirty="0"/>
          </a:p>
        </p:txBody>
      </p:sp>
      <p:sp>
        <p:nvSpPr>
          <p:cNvPr id="24" name="Card Checkout"/>
          <p:cNvSpPr/>
          <p:nvPr/>
        </p:nvSpPr>
        <p:spPr>
          <a:xfrm>
            <a:off x="5943600" y="3017520"/>
            <a:ext cx="251460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080760" y="3154680"/>
            <a:ext cx="457200" cy="6400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80760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Checkout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080760" y="367588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Saved, manual or map address; COD or card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2D1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Application Flow</a:t>
            </a:r>
            <a:endParaRPr lang="en-US" sz="2800" dirty="0"/>
          </a:p>
        </p:txBody>
      </p:sp>
      <p:sp>
        <p:nvSpPr>
          <p:cNvPr id="4" name="Step Home &amp; Search"/>
          <p:cNvSpPr/>
          <p:nvPr/>
        </p:nvSpPr>
        <p:spPr>
          <a:xfrm>
            <a:off x="457200" y="2011680"/>
            <a:ext cx="141732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201168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Home &amp; Search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874520" y="2395728"/>
            <a:ext cx="256032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Step Open Outlet Menu"/>
          <p:cNvSpPr/>
          <p:nvPr/>
        </p:nvSpPr>
        <p:spPr>
          <a:xfrm>
            <a:off x="2148840" y="2011680"/>
            <a:ext cx="141732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48840" y="201168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Open Outlet Menu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566160" y="2395728"/>
            <a:ext cx="256032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Step Add to Cart"/>
          <p:cNvSpPr/>
          <p:nvPr/>
        </p:nvSpPr>
        <p:spPr>
          <a:xfrm>
            <a:off x="3840480" y="2011680"/>
            <a:ext cx="141732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40480" y="201168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Add to Cart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257800" y="2395728"/>
            <a:ext cx="256032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Step Address &amp; Payment"/>
          <p:cNvSpPr/>
          <p:nvPr/>
        </p:nvSpPr>
        <p:spPr>
          <a:xfrm>
            <a:off x="5532120" y="2011680"/>
            <a:ext cx="141732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32120" y="201168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Address &amp; Payment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949440" y="2395728"/>
            <a:ext cx="256032" cy="237744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Step Place Order"/>
          <p:cNvSpPr/>
          <p:nvPr/>
        </p:nvSpPr>
        <p:spPr>
          <a:xfrm>
            <a:off x="7223760" y="2011680"/>
            <a:ext cx="1417320" cy="1005840"/>
          </a:xfrm>
          <a:prstGeom prst="roundRect">
            <a:avLst>
              <a:gd name="adj" fmla="val 9091"/>
            </a:avLst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23760" y="201168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Place Order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2D1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React Concepts Used</a:t>
            </a:r>
            <a:endParaRPr lang="en-US" sz="2800" dirty="0"/>
          </a:p>
        </p:txBody>
      </p:sp>
      <p:sp>
        <p:nvSpPr>
          <p:cNvPr id="4" name="React concepts"/>
          <p:cNvSpPr txBox="1"/>
          <p:nvPr/>
        </p:nvSpPr>
        <p:spPr>
          <a:xfrm>
            <a:off x="640080" y="12801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Components: Navbar, Outlet Card, Menu Item, Cart, Bill Summary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Props: pass outlet and dish data from parent to child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State (useState): cart items, quantities, favorites, veg toggle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Event handling: onClick for ADD, +/- and Place Order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List rendering: map() for outlets and menu dishes; conditional rendering for filters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2D1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Home Page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502920" y="1325880"/>
            <a:ext cx="6035040" cy="287837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FoodHub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943600" cy="278693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766560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it shows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766560" y="1645920"/>
            <a:ext cx="2011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Hero banner with search bar for dishes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Category chips filter the 25 outlets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Outlet cards show offers and a favorite heart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Navbar: location, Outlets, Favorites, Orders, Cart, profile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2D1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Outlet Menu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502920" y="1325880"/>
            <a:ext cx="6035040" cy="293321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FoodHub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943600" cy="28417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766560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it shows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766560" y="1645920"/>
            <a:ext cx="2011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Outlet header: rating, delivery time, cost for two, offer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Pure Veg toggle filters the dishes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Each dish shows Veg or Non-Veg tag, price and description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ADD button puts the dish in the cart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2D1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Favorites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502920" y="1325880"/>
            <a:ext cx="6035040" cy="27652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FoodHub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943600" cy="26738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766560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it shows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766560" y="1645920"/>
            <a:ext cx="2011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Heart icon saves an outlet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Favorites page lists all saved outlets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Each card shows rating, cuisine, area and contact number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2D1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Cart &amp; Checkout</a:t>
            </a:r>
            <a:endParaRPr lang="en-US" sz="2800" dirty="0"/>
          </a:p>
        </p:txBody>
      </p:sp>
      <p:sp>
        <p:nvSpPr>
          <p:cNvPr id="4" name="Frame"/>
          <p:cNvSpPr/>
          <p:nvPr/>
        </p:nvSpPr>
        <p:spPr>
          <a:xfrm>
            <a:off x="502920" y="1325880"/>
            <a:ext cx="6035040" cy="2847307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FoodHub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943600" cy="275586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766560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it shows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766560" y="1645920"/>
            <a:ext cx="2011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+/- buttons update item quantity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Bill: item total, delivery fee, 5% tax and total payable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Delivery address: saved, manual or from map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Payment: Cash on Delivery or card, then Place Order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2D1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Future Scope</a:t>
            </a:r>
            <a:endParaRPr lang="en-US" sz="2800" dirty="0"/>
          </a:p>
        </p:txBody>
      </p:sp>
      <p:sp>
        <p:nvSpPr>
          <p:cNvPr id="4" name="Future scope"/>
          <p:cNvSpPr txBox="1"/>
          <p:nvPr/>
        </p:nvSpPr>
        <p:spPr>
          <a:xfrm>
            <a:off x="640080" y="12801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Backend with Node.js and a database for real orders and users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Real online payment gateway integration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Live order tracking and order history updates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Ratings and reviews for outlets and dishes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Admin panel to manage outlets, menus and orders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2D1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4" name="Conclusion"/>
          <p:cNvSpPr txBox="1"/>
          <p:nvPr/>
        </p:nvSpPr>
        <p:spPr>
          <a:xfrm>
            <a:off x="640080" y="12801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FoodHub makes ordering food simple, fast and visual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Combines HTML, CSS, JavaScript and React in one working project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Component-based design makes the app easy to extend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Strengthened practical front-end development skills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C2D1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65176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odHub">
  <a:themeElements>
    <a:clrScheme name="FoodHub">
      <a:dk1>
        <a:srgbClr val="1F2937"/>
      </a:dk1>
      <a:lt1>
        <a:srgbClr val="FFFFFF"/>
      </a:lt1>
      <a:dk2>
        <a:srgbClr val="7C2D12"/>
      </a:dk2>
      <a:lt2>
        <a:srgbClr val="FFF7ED"/>
      </a:lt2>
      <a:accent1>
        <a:srgbClr val="F97316"/>
      </a:accent1>
      <a:accent2>
        <a:srgbClr val="EA580C"/>
      </a:accent2>
      <a:accent3>
        <a:srgbClr val="FDBA74"/>
      </a:accent3>
      <a:accent4>
        <a:srgbClr val="16A34A"/>
      </a:accent4>
      <a:accent5>
        <a:srgbClr val="0EA5E9"/>
      </a:accent5>
      <a:accent6>
        <a:srgbClr val="8B5CF6"/>
      </a:accent6>
      <a:hlink>
        <a:srgbClr val="EA580C"/>
      </a:hlink>
      <a:folHlink>
        <a:srgbClr val="7C2D12"/>
      </a:folHlink>
    </a:clrScheme>
    <a:fontScheme name="FoodHub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FoodHub - Online Food Ordering System</dc:title>
  <dc:subject>PptxGenJS Presentation</dc:subject>
  <dc:creator>PptxGenJS</dc:creator>
  <cp:lastModifiedBy>PptxGenJS</cp:lastModifiedBy>
  <cp:revision>1</cp:revision>
  <dcterms:created xsi:type="dcterms:W3CDTF">2026-10-13T03:16:11Z</dcterms:created>
  <dcterms:modified xsi:type="dcterms:W3CDTF">2026-10-13T03:16:11Z</dcterms:modified>
</cp:coreProperties>
</file>